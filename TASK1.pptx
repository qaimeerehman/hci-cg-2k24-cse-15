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18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HCI Focus — Need for Speed II SE Main Menu</a:t>
            </a:r>
            <a:endParaRPr lang="en-US" sz="2500" dirty="0"/>
          </a:p>
        </p:txBody>
      </p:sp>
      <p:pic>
        <p:nvPicPr>
          <p:cNvPr id="4" name="Image 0" descr="nfs_src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5547360" cy="4160520"/>
          </a:xfrm>
          <a:prstGeom prst="rect">
            <a:avLst/>
          </a:prstGeom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11480" y="1143000"/>
            <a:ext cx="5547360" cy="4160520"/>
          </a:xfrm>
          <a:prstGeom prst="rect">
            <a:avLst/>
          </a:prstGeom>
          <a:ln w="9525">
            <a:solidFill>
              <a:srgbClr val="88888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749552" y="2366951"/>
            <a:ext cx="146304" cy="14630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84853" y="2129709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 flipH="1">
            <a:off x="1772362" y="1728851"/>
            <a:ext cx="5017008" cy="723392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583680" y="1143000"/>
            <a:ext cx="5120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48272" y="1234440"/>
            <a:ext cx="4837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Hover / Selection Feedback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cursor lights up game setup before you click it instant confirmation of what you're about to pick, so you don't misclick.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729106" y="3161771"/>
            <a:ext cx="146304" cy="14630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84853" y="2913147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 flipH="1" flipV="1">
            <a:off x="1749552" y="3222783"/>
            <a:ext cx="5088890" cy="246698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583680" y="2743200"/>
            <a:ext cx="5120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748272" y="2834640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Vertical Menu List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Location, player one, opponents a short plain-language stack so the player always knows where a given option lives.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699210" y="4345407"/>
            <a:ext cx="146304" cy="14630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61682" y="408596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 flipH="1" flipV="1">
            <a:off x="1749552" y="4422985"/>
            <a:ext cx="5230305" cy="824357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583680" y="4343400"/>
            <a:ext cx="5120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748272" y="4434840"/>
            <a:ext cx="4791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Emphasized RACE Button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Bigger, bolder text sets the primary action apart from the rest of the list a clear pointer to the next step.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8064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Reflection: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stronger hover state (a glow or slight scale-up, not just a color shift) to every menu item, so the feedback is obvious even on low-	contrast displays or for players with color-vision differences.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CG Focus — Need for Speed II SE In-Race View</a:t>
            </a:r>
            <a:endParaRPr lang="en-US" sz="2500" dirty="0"/>
          </a:p>
        </p:txBody>
      </p:sp>
      <p:pic>
        <p:nvPicPr>
          <p:cNvPr id="4" name="Image 0" descr="nfs_src/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112" y="1143000"/>
            <a:ext cx="5547360" cy="4160520"/>
          </a:xfrm>
          <a:prstGeom prst="rect">
            <a:avLst/>
          </a:prstGeom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230112" y="1143000"/>
            <a:ext cx="5547360" cy="4160520"/>
          </a:xfrm>
          <a:prstGeom prst="rect">
            <a:avLst/>
          </a:prstGeom>
          <a:ln w="9525">
            <a:solidFill>
              <a:srgbClr val="88888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30640" y="2091164"/>
            <a:ext cx="146304" cy="14630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22664" y="20088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32120" y="1783080"/>
            <a:ext cx="3471672" cy="381236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11480" y="1143000"/>
            <a:ext cx="5120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76072" y="123444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Perspective Camera &amp; Converging Road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narrows to a vanishing point and the horizon fades into haze classic depth cues that make the screen feel 3D.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779760" y="2682453"/>
            <a:ext cx="146304" cy="14630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1784" y="2600157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 flipV="1">
            <a:off x="5550408" y="2755604"/>
            <a:ext cx="5302504" cy="665453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11480" y="2743200"/>
            <a:ext cx="513892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76072" y="2834640"/>
            <a:ext cx="4928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Polygonal Building Meshes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Low-poly, flat-shaded facades form the town's walls and rooftops — simple geometry that still reads as solid structure at speed.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059648" y="4295057"/>
            <a:ext cx="146304" cy="14630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51672" y="421276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 flipV="1">
            <a:off x="5568696" y="4368208"/>
            <a:ext cx="3564104" cy="703067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11480" y="4389120"/>
            <a:ext cx="515721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76072" y="4480560"/>
            <a:ext cx="5157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Directional Lighting &amp; Shadows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 from the upper-left casts visible shadows under the cars and buildings, anchoring everything to the ground.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8064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Reflection :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helps — shadows and perspective let players judge turns and distance at speed. But the blocky, low-poly geometry sometimes blurs t	he line between a solid wall and a passable alley until it's almost too late.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282</Words>
  <Application>Microsoft Office PowerPoint</Application>
  <PresentationFormat>Widescreen</PresentationFormat>
  <Paragraphs>26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Rehman</cp:lastModifiedBy>
  <cp:revision>3</cp:revision>
  <dcterms:created xsi:type="dcterms:W3CDTF">2026-09-10T18:15:26Z</dcterms:created>
  <dcterms:modified xsi:type="dcterms:W3CDTF">2026-09-10T18:25:48Z</dcterms:modified>
</cp:coreProperties>
</file>